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MedMap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 Data Mapping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Chaos to Unified Clinical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F2135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HACK 2026  ·  EPA CC Challenge  ·  Team ButEI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749040" cy="201168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€800M – €1.6B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3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manual data mapping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European healthcare systems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576072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612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40680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7+ data sources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40680" y="1325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Labs, devices, meds, nursing notes, EPA, ICD-10...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719072"/>
            <a:ext cx="3931920" cy="576072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288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746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schemas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PatID vs patient_id vs pid — same field, different names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2386584"/>
            <a:ext cx="3931920" cy="576072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49631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2414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&amp; error-prone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40680" y="2660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NULL, Missing, N/A, unknow — all mean the same thing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solidFill>
            <a:srgbClr val="132B42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33832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"Current harmonization requires numerous manual steps, leading to inefficiency and limited scalability."  — EPA Challenge Brief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MedMap  ·  START HACK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MedMap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pipeline that ingests, cleans, harmonizes, and exports clinical data — powered by AI.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74520" cy="16459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XLSX,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Free Text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965960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97480" y="1417320"/>
            <a:ext cx="1874520" cy="1645920"/>
          </a:xfrm>
          <a:prstGeom prst="rect">
            <a:avLst/>
          </a:prstGeom>
          <a:solidFill>
            <a:srgbClr val="0A707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55448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889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78892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anomalies, nulls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965960"/>
            <a:ext cx="2286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846320" y="1417320"/>
            <a:ext cx="1874520" cy="1645920"/>
          </a:xfrm>
          <a:prstGeom prst="rect">
            <a:avLst/>
          </a:prstGeom>
          <a:solidFill>
            <a:srgbClr val="0860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155448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377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REPAIR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93776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Claude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auto-correction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1965960"/>
            <a:ext cx="228600" cy="2286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995160" y="1417320"/>
            <a:ext cx="1874520" cy="1645920"/>
          </a:xfrm>
          <a:prstGeom prst="rect">
            <a:avLst/>
          </a:prstGeom>
          <a:solidFill>
            <a:srgbClr val="06505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3528" y="1554480"/>
            <a:ext cx="548640" cy="5486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08660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708660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SQL Server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548640" y="3383280"/>
            <a:ext cx="8046720" cy="12344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82296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822960" y="3840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160020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Pandas · SQLAlchemy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4754880" y="3840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553212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(scikit-learn) · Anomaly Detection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822960" y="4187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60020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· Structured output · Auto-repair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4754880" y="4187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53212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Recharts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MedMap  ·  START HACK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Ingestion &amp; Data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77640" cy="320040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Auto-Detect &amp; Ingest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7276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/ PDF — any format accepted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1109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874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delimiter (comma, semicolon, tab, pipe)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4942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212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encoding: UTF-8, Latin-1 fallback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8775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25511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normalization: NULL, Missing, N/A, unknow → NaN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92608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43000" y="2889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case_id format normalization (CASE-0135, 0135, 135 → int)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64408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43000" y="32278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nursing reports parsed via pdfplumber</a:t>
            </a:r>
            <a:endParaRPr lang="en-US" sz="10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602736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143000" y="35661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XLSX → auto-fallback to CSV parsing</a:t>
            </a:r>
            <a:endParaRPr lang="en-US" sz="1050" dirty="0"/>
          </a:p>
        </p:txBody>
      </p:sp>
      <p:sp>
        <p:nvSpPr>
          <p:cNvPr id="20" name="Shape 11"/>
          <p:cNvSpPr/>
          <p:nvPr/>
        </p:nvSpPr>
        <p:spPr>
          <a:xfrm>
            <a:off x="4754880" y="1051560"/>
            <a:ext cx="3977640" cy="320040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2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Dashboard</a:t>
            </a:r>
            <a:endParaRPr lang="en-US" sz="1500" dirty="0"/>
          </a:p>
        </p:txBody>
      </p:sp>
      <p:sp>
        <p:nvSpPr>
          <p:cNvPr id="22" name="Shape 13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solidFill>
            <a:srgbClr val="0F2135"/>
          </a:solidFill>
          <a:ln/>
        </p:spPr>
      </p:sp>
      <p:sp>
        <p:nvSpPr>
          <p:cNvPr id="23" name="Text 14"/>
          <p:cNvSpPr/>
          <p:nvPr/>
        </p:nvSpPr>
        <p:spPr>
          <a:xfrm>
            <a:off x="5166360" y="16642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Completeness %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653796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column &amp; per dataset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5029200" y="2084832"/>
            <a:ext cx="3474720" cy="365760"/>
          </a:xfrm>
          <a:prstGeom prst="rect">
            <a:avLst/>
          </a:prstGeom>
          <a:solidFill>
            <a:srgbClr val="0F2135"/>
          </a:solidFill>
          <a:ln/>
        </p:spPr>
      </p:sp>
      <p:sp>
        <p:nvSpPr>
          <p:cNvPr id="26" name="Text 17"/>
          <p:cNvSpPr/>
          <p:nvPr/>
        </p:nvSpPr>
        <p:spPr>
          <a:xfrm>
            <a:off x="51663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/ Sentinel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53796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highlight in preview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5029200" y="2523744"/>
            <a:ext cx="3474720" cy="365760"/>
          </a:xfrm>
          <a:prstGeom prst="rect">
            <a:avLst/>
          </a:prstGeom>
          <a:solidFill>
            <a:srgbClr val="0F2135"/>
          </a:solidFill>
          <a:ln/>
        </p:spPr>
      </p:sp>
      <p:sp>
        <p:nvSpPr>
          <p:cNvPr id="29" name="Text 20"/>
          <p:cNvSpPr/>
          <p:nvPr/>
        </p:nvSpPr>
        <p:spPr>
          <a:xfrm>
            <a:off x="5166360" y="2542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Wrong Types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6537960" y="2542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Garbled values like "73.9@"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5029200" y="2962656"/>
            <a:ext cx="3474720" cy="365760"/>
          </a:xfrm>
          <a:prstGeom prst="rect">
            <a:avLst/>
          </a:prstGeom>
          <a:solidFill>
            <a:srgbClr val="0F2135"/>
          </a:solidFill>
          <a:ln/>
        </p:spPr>
      </p:sp>
      <p:sp>
        <p:nvSpPr>
          <p:cNvPr id="32" name="Text 23"/>
          <p:cNvSpPr/>
          <p:nvPr/>
        </p:nvSpPr>
        <p:spPr>
          <a:xfrm>
            <a:off x="5166360" y="2980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ID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537960" y="2980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validation &amp; mismatch detection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5029200" y="3401568"/>
            <a:ext cx="3474720" cy="365760"/>
          </a:xfrm>
          <a:prstGeom prst="rect">
            <a:avLst/>
          </a:prstGeom>
          <a:solidFill>
            <a:srgbClr val="0F2135"/>
          </a:solidFill>
          <a:ln/>
        </p:spPr>
      </p:sp>
      <p:sp>
        <p:nvSpPr>
          <p:cNvPr id="35" name="Text 26"/>
          <p:cNvSpPr/>
          <p:nvPr/>
        </p:nvSpPr>
        <p:spPr>
          <a:xfrm>
            <a:off x="5166360" y="3419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View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6537960" y="3419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dataset quality comparison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MedMap  ·  START HACK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ML-Powered Anomaly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77640" cy="201168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 on CLEAN datasets only — learns what "normal" looks like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Isolation Forest scores every cell for anomalousness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Calibrated confidence: HIGH / MEDIUM / LOW / NONE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2642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Flags corrupt chars, type mismatches, outliers, pattern breaks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977640" cy="201168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Schema-Agnostic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new dataset — no retraining needed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Cell-level features: length, digit ratio, corrupt chars, z-score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29200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profiling: dominant pattern, type inference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029200" y="2642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 cells analyzed per prediction pass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291840"/>
            <a:ext cx="8183880" cy="96012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2296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Output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2960" y="3657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22960" y="3886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834640" y="3657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flagged cells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834640" y="3886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Rate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46320" y="3657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confidence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46320" y="3886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Suspicious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858000" y="3657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max / p90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858000" y="3886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Stats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MedMap  ·  START HACK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Repair &amp; SQL Export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77640" cy="320040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 Repair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 corrections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984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column patterns, valid row examples &amp; schema to suggest fixes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output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578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enforcement — every correction has row, column, value, confidence, reason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scoring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3172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obvious fix, MEDIUM = reasonable, LOW = uncertain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2960" y="3566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 each correction before applying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0" y="1051560"/>
            <a:ext cx="3977640" cy="320040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1207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Server Export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29200" y="1783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One-Click Export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19842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→ SQL Server with AI fixes applied automatically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029200" y="2377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 Manager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0" y="2578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server, port, database, auth type directly in the UI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029200" y="2971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On-Premises Ready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3172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— no cloud dependency. Data never leaves the hospital network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029200" y="3566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Target Model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029200" y="3767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mapped to consistent schema linked by patient_id / case_id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MedMap  ·  START HACK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Harmonization &amp; Patient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77640" cy="155448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Column Mapping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PatID, patient_id, pid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554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patient_id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56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CASE-0135, 0135, 135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18562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135 (integer)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NULL, Missing, N/A, unknow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2157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 NaN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3977640" cy="155448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Data Sources Unified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536192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 (1,000 cases, 15 biomarkers)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168249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motion + fall events (24,000 rows)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0" y="1828800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 IMU data (108,000 rows @ 1Hz)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0" y="1975104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orders &amp; administrations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0" y="2121408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notes (free text, 181 entries)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0" y="2267712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assessments (5 files, mixed formats)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0" y="2414016"/>
            <a:ext cx="3566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/ OPS diagnoses &amp; procedures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2834640"/>
            <a:ext cx="8183880" cy="150876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Patient View — Enter a patient_id, see everything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3291840"/>
            <a:ext cx="1417320" cy="914400"/>
          </a:xfrm>
          <a:prstGeom prst="rect">
            <a:avLst/>
          </a:prstGeom>
          <a:solidFill>
            <a:srgbClr val="0F2135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346704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22960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" y="3840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Sodium, Creatinine,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eGFR, Glucose...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386584" y="3291840"/>
            <a:ext cx="1417320" cy="914400"/>
          </a:xfrm>
          <a:prstGeom prst="rect">
            <a:avLst/>
          </a:prstGeom>
          <a:solidFill>
            <a:srgbClr val="0F2135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3346704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432304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Devices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2432304" y="3840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index,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events, bed exits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995928" y="3291840"/>
            <a:ext cx="1417320" cy="914400"/>
          </a:xfrm>
          <a:prstGeom prst="rect">
            <a:avLst/>
          </a:prstGeom>
          <a:solidFill>
            <a:srgbClr val="0F2135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3346704"/>
            <a:ext cx="292608" cy="29260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041648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041648" y="3840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doses,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status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5605272" y="3291840"/>
            <a:ext cx="1417320" cy="914400"/>
          </a:xfrm>
          <a:prstGeom prst="rect">
            <a:avLst/>
          </a:prstGeom>
          <a:solidFill>
            <a:srgbClr val="0F2135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3346704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650992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650992" y="3840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free-text,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7214616" y="3291840"/>
            <a:ext cx="1417320" cy="914400"/>
          </a:xfrm>
          <a:prstGeom prst="rect">
            <a:avLst/>
          </a:prstGeom>
          <a:solidFill>
            <a:srgbClr val="0F2135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6" y="3346704"/>
            <a:ext cx="292608" cy="29260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260336" y="36576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ICD-10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7260336" y="3840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secondary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diagnoses, OPS codes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MedMap  ·  START HACK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show you: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4416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44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17320" y="1280160"/>
            <a:ext cx="7223760" cy="5486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1307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Datasets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5361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source files ingested automatically — CSV, XLSX, and PDF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02536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02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417320" y="1938528"/>
            <a:ext cx="7223760" cy="5486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1965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19456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completeness scores, anomaly alerts, sentinel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6090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60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17320" y="2596896"/>
            <a:ext cx="7223760" cy="5486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45920" y="2624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Anomaly Scan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45920" y="285292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flags suspicious cells with confidence levels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31927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19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417320" y="3255264"/>
            <a:ext cx="7223760" cy="5486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45920" y="3282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Repair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45920" y="351129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analyzes issues and suggests structured corrections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97764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17320" y="3913632"/>
            <a:ext cx="7223760" cy="5486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645920" y="3941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&amp; Export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45920" y="41696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dataset comparison, then export to SQL Server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MedMap  ·  START HACK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MedMap Wins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977640" cy="12344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61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560320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vs. weeks of manual work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ingestion, normalization &amp; AI repair — what took days now runs in minutes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1051560"/>
            <a:ext cx="3977640" cy="12344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161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812280" y="1188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On-prem deployment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0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runs fully offline — data stays in-house. AI repair optionally calls Claude API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468880"/>
            <a:ext cx="3977640" cy="12344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578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AI+ML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256032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 intelligence layer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77240" y="3108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for anomaly detection + Claude for context-aware data repair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00600" y="2468880"/>
            <a:ext cx="3977640" cy="1234440"/>
          </a:xfrm>
          <a:prstGeom prst="rect">
            <a:avLst/>
          </a:prstGeom>
          <a:solidFill>
            <a:srgbClr val="132B4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517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25786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7→1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681228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data model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029200" y="31089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heterogeneous sources harmonized into a single queryable patient view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818388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4069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MedMap: </a:t>
            </a:r>
            <a:pPr indent="0" marL="0">
              <a:buNone/>
            </a:pPr>
            <a:r>
              <a:rPr lang="en-US" sz="1800" dirty="0">
                <a:solidFill>
                  <a:srgbClr val="E8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mapping for smarter healthcare.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MedMap — Smart Health Data Mapping</dc:title>
  <dc:subject>PptxGenJS Presentation</dc:subject>
  <dc:creator>Team ButEI</dc:creator>
  <cp:lastModifiedBy>Team ButEI</cp:lastModifiedBy>
  <cp:revision>1</cp:revision>
  <dcterms:created xsi:type="dcterms:W3CDTF">2026-03-19T22:22:59Z</dcterms:created>
  <dcterms:modified xsi:type="dcterms:W3CDTF">2026-03-19T22:22:59Z</dcterms:modified>
</cp:coreProperties>
</file>